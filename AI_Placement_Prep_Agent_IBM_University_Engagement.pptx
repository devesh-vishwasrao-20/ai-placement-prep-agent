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AB018E-0811-4D2A-A7F4-F9ABA21F4916}" v="10" dt="2026-08-24T06:28:27.4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esh Vishwasrao" userId="df73bce6a5fa58e0" providerId="LiveId" clId="{E2685D56-DAF2-4AC3-B320-2D39396DFE82}"/>
    <pc:docChg chg="undo custSel modSld">
      <pc:chgData name="Devesh Vishwasrao" userId="df73bce6a5fa58e0" providerId="LiveId" clId="{E2685D56-DAF2-4AC3-B320-2D39396DFE82}" dt="2026-08-24T06:39:20.625" v="230" actId="1076"/>
      <pc:docMkLst>
        <pc:docMk/>
      </pc:docMkLst>
      <pc:sldChg chg="delSp modSp mod">
        <pc:chgData name="Devesh Vishwasrao" userId="df73bce6a5fa58e0" providerId="LiveId" clId="{E2685D56-DAF2-4AC3-B320-2D39396DFE82}" dt="2026-08-24T04:46:18.104" v="41" actId="20577"/>
        <pc:sldMkLst>
          <pc:docMk/>
          <pc:sldMk cId="0" sldId="257"/>
        </pc:sldMkLst>
        <pc:spChg chg="mod">
          <ac:chgData name="Devesh Vishwasrao" userId="df73bce6a5fa58e0" providerId="LiveId" clId="{E2685D56-DAF2-4AC3-B320-2D39396DFE82}" dt="2026-08-24T04:46:15.654" v="40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Devesh Vishwasrao" userId="df73bce6a5fa58e0" providerId="LiveId" clId="{E2685D56-DAF2-4AC3-B320-2D39396DFE82}" dt="2026-08-24T04:44:07.112" v="19" actId="1076"/>
          <ac:spMkLst>
            <pc:docMk/>
            <pc:sldMk cId="0" sldId="257"/>
            <ac:spMk id="3" creationId="{00000000-0000-0000-0000-000000000000}"/>
          </ac:spMkLst>
        </pc:spChg>
        <pc:spChg chg="mod">
          <ac:chgData name="Devesh Vishwasrao" userId="df73bce6a5fa58e0" providerId="LiveId" clId="{E2685D56-DAF2-4AC3-B320-2D39396DFE82}" dt="2026-08-24T04:46:18.104" v="41" actId="20577"/>
          <ac:spMkLst>
            <pc:docMk/>
            <pc:sldMk cId="0" sldId="257"/>
            <ac:spMk id="4" creationId="{00000000-0000-0000-0000-000000000000}"/>
          </ac:spMkLst>
        </pc:spChg>
        <pc:spChg chg="mod">
          <ac:chgData name="Devesh Vishwasrao" userId="df73bce6a5fa58e0" providerId="LiveId" clId="{E2685D56-DAF2-4AC3-B320-2D39396DFE82}" dt="2026-08-24T04:44:24.874" v="22" actId="1076"/>
          <ac:spMkLst>
            <pc:docMk/>
            <pc:sldMk cId="0" sldId="257"/>
            <ac:spMk id="5" creationId="{00000000-0000-0000-0000-000000000000}"/>
          </ac:spMkLst>
        </pc:spChg>
        <pc:spChg chg="del mod">
          <ac:chgData name="Devesh Vishwasrao" userId="df73bce6a5fa58e0" providerId="LiveId" clId="{E2685D56-DAF2-4AC3-B320-2D39396DFE82}" dt="2026-08-24T04:42:21.506" v="2" actId="478"/>
          <ac:spMkLst>
            <pc:docMk/>
            <pc:sldMk cId="0" sldId="257"/>
            <ac:spMk id="8" creationId="{00000000-0000-0000-0000-000000000000}"/>
          </ac:spMkLst>
        </pc:spChg>
        <pc:spChg chg="del mod">
          <ac:chgData name="Devesh Vishwasrao" userId="df73bce6a5fa58e0" providerId="LiveId" clId="{E2685D56-DAF2-4AC3-B320-2D39396DFE82}" dt="2026-08-24T04:42:25.264" v="3" actId="478"/>
          <ac:spMkLst>
            <pc:docMk/>
            <pc:sldMk cId="0" sldId="257"/>
            <ac:spMk id="9" creationId="{00000000-0000-0000-0000-000000000000}"/>
          </ac:spMkLst>
        </pc:spChg>
        <pc:graphicFrameChg chg="mod">
          <ac:chgData name="Devesh Vishwasrao" userId="df73bce6a5fa58e0" providerId="LiveId" clId="{E2685D56-DAF2-4AC3-B320-2D39396DFE82}" dt="2026-08-24T04:45:09.728" v="25" actId="1076"/>
          <ac:graphicFrameMkLst>
            <pc:docMk/>
            <pc:sldMk cId="0" sldId="257"/>
            <ac:graphicFrameMk id="6" creationId="{00000000-0000-0000-0000-000000000000}"/>
          </ac:graphicFrameMkLst>
        </pc:graphicFrameChg>
        <pc:picChg chg="mod">
          <ac:chgData name="Devesh Vishwasrao" userId="df73bce6a5fa58e0" providerId="LiveId" clId="{E2685D56-DAF2-4AC3-B320-2D39396DFE82}" dt="2026-08-24T04:45:19.225" v="27" actId="1076"/>
          <ac:picMkLst>
            <pc:docMk/>
            <pc:sldMk cId="0" sldId="257"/>
            <ac:picMk id="7" creationId="{00000000-0000-0000-0000-000000000000}"/>
          </ac:picMkLst>
        </pc:picChg>
      </pc:sldChg>
      <pc:sldChg chg="modSp mod">
        <pc:chgData name="Devesh Vishwasrao" userId="df73bce6a5fa58e0" providerId="LiveId" clId="{E2685D56-DAF2-4AC3-B320-2D39396DFE82}" dt="2026-08-24T04:47:25.821" v="42" actId="14100"/>
        <pc:sldMkLst>
          <pc:docMk/>
          <pc:sldMk cId="0" sldId="259"/>
        </pc:sldMkLst>
        <pc:spChg chg="mod">
          <ac:chgData name="Devesh Vishwasrao" userId="df73bce6a5fa58e0" providerId="LiveId" clId="{E2685D56-DAF2-4AC3-B320-2D39396DFE82}" dt="2026-08-24T04:47:25.821" v="42" actId="14100"/>
          <ac:spMkLst>
            <pc:docMk/>
            <pc:sldMk cId="0" sldId="259"/>
            <ac:spMk id="5" creationId="{00000000-0000-0000-0000-000000000000}"/>
          </ac:spMkLst>
        </pc:spChg>
      </pc:sldChg>
      <pc:sldChg chg="delSp modSp mod">
        <pc:chgData name="Devesh Vishwasrao" userId="df73bce6a5fa58e0" providerId="LiveId" clId="{E2685D56-DAF2-4AC3-B320-2D39396DFE82}" dt="2026-08-24T05:12:25.948" v="207" actId="20577"/>
        <pc:sldMkLst>
          <pc:docMk/>
          <pc:sldMk cId="0" sldId="260"/>
        </pc:sldMkLst>
        <pc:spChg chg="mod">
          <ac:chgData name="Devesh Vishwasrao" userId="df73bce6a5fa58e0" providerId="LiveId" clId="{E2685D56-DAF2-4AC3-B320-2D39396DFE82}" dt="2026-08-24T05:12:25.948" v="207" actId="20577"/>
          <ac:spMkLst>
            <pc:docMk/>
            <pc:sldMk cId="0" sldId="260"/>
            <ac:spMk id="3" creationId="{00000000-0000-0000-0000-000000000000}"/>
          </ac:spMkLst>
        </pc:spChg>
        <pc:spChg chg="del mod">
          <ac:chgData name="Devesh Vishwasrao" userId="df73bce6a5fa58e0" providerId="LiveId" clId="{E2685D56-DAF2-4AC3-B320-2D39396DFE82}" dt="2026-08-24T04:53:12.863" v="109" actId="478"/>
          <ac:spMkLst>
            <pc:docMk/>
            <pc:sldMk cId="0" sldId="260"/>
            <ac:spMk id="4" creationId="{00000000-0000-0000-0000-000000000000}"/>
          </ac:spMkLst>
        </pc:spChg>
      </pc:sldChg>
      <pc:sldChg chg="addSp delSp modSp mod">
        <pc:chgData name="Devesh Vishwasrao" userId="df73bce6a5fa58e0" providerId="LiveId" clId="{E2685D56-DAF2-4AC3-B320-2D39396DFE82}" dt="2026-08-24T05:11:06.548" v="198" actId="1076"/>
        <pc:sldMkLst>
          <pc:docMk/>
          <pc:sldMk cId="0" sldId="261"/>
        </pc:sldMkLst>
        <pc:spChg chg="del">
          <ac:chgData name="Devesh Vishwasrao" userId="df73bce6a5fa58e0" providerId="LiveId" clId="{E2685D56-DAF2-4AC3-B320-2D39396DFE82}" dt="2026-08-24T05:08:08.638" v="174" actId="478"/>
          <ac:spMkLst>
            <pc:docMk/>
            <pc:sldMk cId="0" sldId="261"/>
            <ac:spMk id="5" creationId="{00000000-0000-0000-0000-000000000000}"/>
          </ac:spMkLst>
        </pc:spChg>
        <pc:spChg chg="del">
          <ac:chgData name="Devesh Vishwasrao" userId="df73bce6a5fa58e0" providerId="LiveId" clId="{E2685D56-DAF2-4AC3-B320-2D39396DFE82}" dt="2026-08-24T05:08:10.325" v="175" actId="478"/>
          <ac:spMkLst>
            <pc:docMk/>
            <pc:sldMk cId="0" sldId="261"/>
            <ac:spMk id="6" creationId="{00000000-0000-0000-0000-000000000000}"/>
          </ac:spMkLst>
        </pc:spChg>
        <pc:picChg chg="mod">
          <ac:chgData name="Devesh Vishwasrao" userId="df73bce6a5fa58e0" providerId="LiveId" clId="{E2685D56-DAF2-4AC3-B320-2D39396DFE82}" dt="2026-08-24T05:11:06.548" v="198" actId="1076"/>
          <ac:picMkLst>
            <pc:docMk/>
            <pc:sldMk cId="0" sldId="261"/>
            <ac:picMk id="4" creationId="{00000000-0000-0000-0000-000000000000}"/>
          </ac:picMkLst>
        </pc:picChg>
        <pc:picChg chg="add del mod">
          <ac:chgData name="Devesh Vishwasrao" userId="df73bce6a5fa58e0" providerId="LiveId" clId="{E2685D56-DAF2-4AC3-B320-2D39396DFE82}" dt="2026-08-24T05:09:15.342" v="179" actId="478"/>
          <ac:picMkLst>
            <pc:docMk/>
            <pc:sldMk cId="0" sldId="261"/>
            <ac:picMk id="9" creationId="{B7105F85-22D0-7EB6-2786-EFF1B36852A4}"/>
          </ac:picMkLst>
        </pc:picChg>
        <pc:picChg chg="add del">
          <ac:chgData name="Devesh Vishwasrao" userId="df73bce6a5fa58e0" providerId="LiveId" clId="{E2685D56-DAF2-4AC3-B320-2D39396DFE82}" dt="2026-08-24T05:09:20.291" v="181" actId="478"/>
          <ac:picMkLst>
            <pc:docMk/>
            <pc:sldMk cId="0" sldId="261"/>
            <ac:picMk id="11" creationId="{95D209EA-6DE4-02F3-27A6-C16D9636C1E7}"/>
          </ac:picMkLst>
        </pc:picChg>
        <pc:picChg chg="add mod">
          <ac:chgData name="Devesh Vishwasrao" userId="df73bce6a5fa58e0" providerId="LiveId" clId="{E2685D56-DAF2-4AC3-B320-2D39396DFE82}" dt="2026-08-24T05:11:02.857" v="197" actId="1076"/>
          <ac:picMkLst>
            <pc:docMk/>
            <pc:sldMk cId="0" sldId="261"/>
            <ac:picMk id="13" creationId="{C8BBE0DD-9815-4593-5A66-5968BE36B0F5}"/>
          </ac:picMkLst>
        </pc:picChg>
      </pc:sldChg>
      <pc:sldChg chg="modSp mod">
        <pc:chgData name="Devesh Vishwasrao" userId="df73bce6a5fa58e0" providerId="LiveId" clId="{E2685D56-DAF2-4AC3-B320-2D39396DFE82}" dt="2026-08-24T05:07:46.117" v="173" actId="114"/>
        <pc:sldMkLst>
          <pc:docMk/>
          <pc:sldMk cId="0" sldId="262"/>
        </pc:sldMkLst>
        <pc:spChg chg="mod">
          <ac:chgData name="Devesh Vishwasrao" userId="df73bce6a5fa58e0" providerId="LiveId" clId="{E2685D56-DAF2-4AC3-B320-2D39396DFE82}" dt="2026-08-24T04:53:52.488" v="110" actId="14100"/>
          <ac:spMkLst>
            <pc:docMk/>
            <pc:sldMk cId="0" sldId="262"/>
            <ac:spMk id="3" creationId="{00000000-0000-0000-0000-000000000000}"/>
          </ac:spMkLst>
        </pc:spChg>
        <pc:spChg chg="mod">
          <ac:chgData name="Devesh Vishwasrao" userId="df73bce6a5fa58e0" providerId="LiveId" clId="{E2685D56-DAF2-4AC3-B320-2D39396DFE82}" dt="2026-08-24T05:07:46.117" v="173" actId="114"/>
          <ac:spMkLst>
            <pc:docMk/>
            <pc:sldMk cId="0" sldId="262"/>
            <ac:spMk id="5" creationId="{00000000-0000-0000-0000-000000000000}"/>
          </ac:spMkLst>
        </pc:spChg>
      </pc:sldChg>
      <pc:sldChg chg="modSp mod">
        <pc:chgData name="Devesh Vishwasrao" userId="df73bce6a5fa58e0" providerId="LiveId" clId="{E2685D56-DAF2-4AC3-B320-2D39396DFE82}" dt="2026-08-24T05:06:21.759" v="166" actId="113"/>
        <pc:sldMkLst>
          <pc:docMk/>
          <pc:sldMk cId="0" sldId="266"/>
        </pc:sldMkLst>
        <pc:spChg chg="mod">
          <ac:chgData name="Devesh Vishwasrao" userId="df73bce6a5fa58e0" providerId="LiveId" clId="{E2685D56-DAF2-4AC3-B320-2D39396DFE82}" dt="2026-08-24T05:06:21.759" v="166" actId="113"/>
          <ac:spMkLst>
            <pc:docMk/>
            <pc:sldMk cId="0" sldId="266"/>
            <ac:spMk id="3" creationId="{00000000-0000-0000-0000-000000000000}"/>
          </ac:spMkLst>
        </pc:spChg>
      </pc:sldChg>
      <pc:sldChg chg="delSp modSp mod">
        <pc:chgData name="Devesh Vishwasrao" userId="df73bce6a5fa58e0" providerId="LiveId" clId="{E2685D56-DAF2-4AC3-B320-2D39396DFE82}" dt="2026-08-24T06:26:47.884" v="215" actId="478"/>
        <pc:sldMkLst>
          <pc:docMk/>
          <pc:sldMk cId="0" sldId="267"/>
        </pc:sldMkLst>
        <pc:spChg chg="mod">
          <ac:chgData name="Devesh Vishwasrao" userId="df73bce6a5fa58e0" providerId="LiveId" clId="{E2685D56-DAF2-4AC3-B320-2D39396DFE82}" dt="2026-08-24T06:26:31.181" v="210" actId="20577"/>
          <ac:spMkLst>
            <pc:docMk/>
            <pc:sldMk cId="0" sldId="267"/>
            <ac:spMk id="4" creationId="{00000000-0000-0000-0000-000000000000}"/>
          </ac:spMkLst>
        </pc:spChg>
        <pc:spChg chg="del mod">
          <ac:chgData name="Devesh Vishwasrao" userId="df73bce6a5fa58e0" providerId="LiveId" clId="{E2685D56-DAF2-4AC3-B320-2D39396DFE82}" dt="2026-08-24T06:26:39.255" v="212" actId="478"/>
          <ac:spMkLst>
            <pc:docMk/>
            <pc:sldMk cId="0" sldId="267"/>
            <ac:spMk id="5" creationId="{00000000-0000-0000-0000-000000000000}"/>
          </ac:spMkLst>
        </pc:spChg>
        <pc:spChg chg="del mod">
          <ac:chgData name="Devesh Vishwasrao" userId="df73bce6a5fa58e0" providerId="LiveId" clId="{E2685D56-DAF2-4AC3-B320-2D39396DFE82}" dt="2026-08-24T06:26:47.884" v="215" actId="478"/>
          <ac:spMkLst>
            <pc:docMk/>
            <pc:sldMk cId="0" sldId="267"/>
            <ac:spMk id="6" creationId="{00000000-0000-0000-0000-000000000000}"/>
          </ac:spMkLst>
        </pc:spChg>
      </pc:sldChg>
      <pc:sldChg chg="modSp mod">
        <pc:chgData name="Devesh Vishwasrao" userId="df73bce6a5fa58e0" providerId="LiveId" clId="{E2685D56-DAF2-4AC3-B320-2D39396DFE82}" dt="2026-08-24T04:58:39.112" v="130" actId="1038"/>
        <pc:sldMkLst>
          <pc:docMk/>
          <pc:sldMk cId="0" sldId="268"/>
        </pc:sldMkLst>
        <pc:spChg chg="mod">
          <ac:chgData name="Devesh Vishwasrao" userId="df73bce6a5fa58e0" providerId="LiveId" clId="{E2685D56-DAF2-4AC3-B320-2D39396DFE82}" dt="2026-08-24T04:57:09.418" v="117" actId="207"/>
          <ac:spMkLst>
            <pc:docMk/>
            <pc:sldMk cId="0" sldId="268"/>
            <ac:spMk id="3" creationId="{00000000-0000-0000-0000-000000000000}"/>
          </ac:spMkLst>
        </pc:spChg>
        <pc:spChg chg="mod">
          <ac:chgData name="Devesh Vishwasrao" userId="df73bce6a5fa58e0" providerId="LiveId" clId="{E2685D56-DAF2-4AC3-B320-2D39396DFE82}" dt="2026-08-24T04:57:38.634" v="122" actId="403"/>
          <ac:spMkLst>
            <pc:docMk/>
            <pc:sldMk cId="0" sldId="268"/>
            <ac:spMk id="4" creationId="{00000000-0000-0000-0000-000000000000}"/>
          </ac:spMkLst>
        </pc:spChg>
        <pc:spChg chg="mod">
          <ac:chgData name="Devesh Vishwasrao" userId="df73bce6a5fa58e0" providerId="LiveId" clId="{E2685D56-DAF2-4AC3-B320-2D39396DFE82}" dt="2026-08-24T04:58:02.820" v="125" actId="403"/>
          <ac:spMkLst>
            <pc:docMk/>
            <pc:sldMk cId="0" sldId="268"/>
            <ac:spMk id="5" creationId="{00000000-0000-0000-0000-000000000000}"/>
          </ac:spMkLst>
        </pc:spChg>
        <pc:spChg chg="mod">
          <ac:chgData name="Devesh Vishwasrao" userId="df73bce6a5fa58e0" providerId="LiveId" clId="{E2685D56-DAF2-4AC3-B320-2D39396DFE82}" dt="2026-08-24T04:58:39.112" v="130" actId="1038"/>
          <ac:spMkLst>
            <pc:docMk/>
            <pc:sldMk cId="0" sldId="268"/>
            <ac:spMk id="6" creationId="{00000000-0000-0000-0000-000000000000}"/>
          </ac:spMkLst>
        </pc:spChg>
      </pc:sldChg>
      <pc:sldChg chg="addSp delSp modSp mod">
        <pc:chgData name="Devesh Vishwasrao" userId="df73bce6a5fa58e0" providerId="LiveId" clId="{E2685D56-DAF2-4AC3-B320-2D39396DFE82}" dt="2026-08-24T06:39:20.625" v="230" actId="1076"/>
        <pc:sldMkLst>
          <pc:docMk/>
          <pc:sldMk cId="0" sldId="269"/>
        </pc:sldMkLst>
        <pc:spChg chg="del mod">
          <ac:chgData name="Devesh Vishwasrao" userId="df73bce6a5fa58e0" providerId="LiveId" clId="{E2685D56-DAF2-4AC3-B320-2D39396DFE82}" dt="2026-08-24T05:04:44.639" v="153" actId="478"/>
          <ac:spMkLst>
            <pc:docMk/>
            <pc:sldMk cId="0" sldId="269"/>
            <ac:spMk id="3" creationId="{00000000-0000-0000-0000-000000000000}"/>
          </ac:spMkLst>
        </pc:spChg>
        <pc:spChg chg="del mod">
          <ac:chgData name="Devesh Vishwasrao" userId="df73bce6a5fa58e0" providerId="LiveId" clId="{E2685D56-DAF2-4AC3-B320-2D39396DFE82}" dt="2026-08-24T05:04:20.193" v="149" actId="478"/>
          <ac:spMkLst>
            <pc:docMk/>
            <pc:sldMk cId="0" sldId="269"/>
            <ac:spMk id="4" creationId="{00000000-0000-0000-0000-000000000000}"/>
          </ac:spMkLst>
        </pc:spChg>
        <pc:graphicFrameChg chg="add del mod">
          <ac:chgData name="Devesh Vishwasrao" userId="df73bce6a5fa58e0" providerId="LiveId" clId="{E2685D56-DAF2-4AC3-B320-2D39396DFE82}" dt="2026-08-24T06:28:38.909" v="219" actId="478"/>
          <ac:graphicFrameMkLst>
            <pc:docMk/>
            <pc:sldMk cId="0" sldId="269"/>
            <ac:graphicFrameMk id="10" creationId="{ACBB4C33-4824-FC81-01DB-01CBE688FE20}"/>
          </ac:graphicFrameMkLst>
        </pc:graphicFrameChg>
        <pc:picChg chg="add mod">
          <ac:chgData name="Devesh Vishwasrao" userId="df73bce6a5fa58e0" providerId="LiveId" clId="{E2685D56-DAF2-4AC3-B320-2D39396DFE82}" dt="2026-08-24T06:39:20.625" v="230" actId="1076"/>
          <ac:picMkLst>
            <pc:docMk/>
            <pc:sldMk cId="0" sldId="269"/>
            <ac:picMk id="7" creationId="{201245A6-4801-B418-5989-FE5D427A0D70}"/>
          </ac:picMkLst>
        </pc:picChg>
        <pc:picChg chg="add del mod">
          <ac:chgData name="Devesh Vishwasrao" userId="df73bce6a5fa58e0" providerId="LiveId" clId="{E2685D56-DAF2-4AC3-B320-2D39396DFE82}" dt="2026-08-24T05:04:17.520" v="148" actId="478"/>
          <ac:picMkLst>
            <pc:docMk/>
            <pc:sldMk cId="0" sldId="269"/>
            <ac:picMk id="9" creationId="{33652440-9F08-D3EE-6CA8-96FC9DED6B78}"/>
          </ac:picMkLst>
        </pc:picChg>
        <pc:picChg chg="add del">
          <ac:chgData name="Devesh Vishwasrao" userId="df73bce6a5fa58e0" providerId="LiveId" clId="{E2685D56-DAF2-4AC3-B320-2D39396DFE82}" dt="2026-08-24T06:29:08.887" v="221" actId="22"/>
          <ac:picMkLst>
            <pc:docMk/>
            <pc:sldMk cId="0" sldId="269"/>
            <ac:picMk id="12" creationId="{EE15F8D4-E4D8-3C25-55B7-1442F2192CA6}"/>
          </ac:picMkLst>
        </pc:picChg>
        <pc:picChg chg="add mod">
          <ac:chgData name="Devesh Vishwasrao" userId="df73bce6a5fa58e0" providerId="LiveId" clId="{E2685D56-DAF2-4AC3-B320-2D39396DFE82}" dt="2026-08-24T06:39:18.605" v="229" actId="1076"/>
          <ac:picMkLst>
            <pc:docMk/>
            <pc:sldMk cId="0" sldId="269"/>
            <ac:picMk id="14" creationId="{BAC54D4B-452E-13E8-392F-3CFCB945EFAF}"/>
          </ac:picMkLst>
        </pc:picChg>
      </pc:sldChg>
      <pc:sldChg chg="addSp delSp modSp mod">
        <pc:chgData name="Devesh Vishwasrao" userId="df73bce6a5fa58e0" providerId="LiveId" clId="{E2685D56-DAF2-4AC3-B320-2D39396DFE82}" dt="2026-08-24T05:05:14.800" v="160" actId="1076"/>
        <pc:sldMkLst>
          <pc:docMk/>
          <pc:sldMk cId="0" sldId="270"/>
        </pc:sldMkLst>
        <pc:spChg chg="del">
          <ac:chgData name="Devesh Vishwasrao" userId="df73bce6a5fa58e0" providerId="LiveId" clId="{E2685D56-DAF2-4AC3-B320-2D39396DFE82}" dt="2026-08-24T05:05:07.864" v="158" actId="478"/>
          <ac:spMkLst>
            <pc:docMk/>
            <pc:sldMk cId="0" sldId="270"/>
            <ac:spMk id="3" creationId="{00000000-0000-0000-0000-000000000000}"/>
          </ac:spMkLst>
        </pc:spChg>
        <pc:spChg chg="del mod">
          <ac:chgData name="Devesh Vishwasrao" userId="df73bce6a5fa58e0" providerId="LiveId" clId="{E2685D56-DAF2-4AC3-B320-2D39396DFE82}" dt="2026-08-24T05:05:05.484" v="157" actId="478"/>
          <ac:spMkLst>
            <pc:docMk/>
            <pc:sldMk cId="0" sldId="270"/>
            <ac:spMk id="4" creationId="{00000000-0000-0000-0000-000000000000}"/>
          </ac:spMkLst>
        </pc:spChg>
        <pc:picChg chg="add mod">
          <ac:chgData name="Devesh Vishwasrao" userId="df73bce6a5fa58e0" providerId="LiveId" clId="{E2685D56-DAF2-4AC3-B320-2D39396DFE82}" dt="2026-08-24T05:05:14.800" v="160" actId="1076"/>
          <ac:picMkLst>
            <pc:docMk/>
            <pc:sldMk cId="0" sldId="270"/>
            <ac:picMk id="7" creationId="{75A20C3A-D088-8BF3-D62D-80397312BD0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96012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IBM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8132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dirty="0">
                <a:solidFill>
                  <a:srgbClr val="000000"/>
                </a:solidFill>
                <a:latin typeface="Arial"/>
              </a:rPr>
              <a:t>Engagement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Submission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1828800" cy="7315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Arial"/>
              </a:rPr>
              <a:t>AI Placement Prep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9784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5A5A5A"/>
                </a:solidFill>
                <a:latin typeface="Arial"/>
              </a:rPr>
              <a:t>Your personalized roadmap to placement success — powered by AI, tailored to your profile, and ready for campus drives.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83480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5B9BD5"/>
                </a:solidFill>
                <a:latin typeface="Arial"/>
              </a:rPr>
              <a:t>Powered by IBM watsonx Orchestrate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983480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000000"/>
                </a:solidFill>
                <a:latin typeface="Arial"/>
              </a:rPr>
              <a:t>Student: Devesh Umesh Vishwasrao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rial"/>
              </a:rPr>
              <a:t>IBM University Engagement Project  | 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235234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000000"/>
                </a:solidFill>
                <a:latin typeface="Arial"/>
              </a:rPr>
              <a:t>Project Title</a:t>
            </a:r>
            <a:r>
              <a:rPr lang="en-US" sz="2800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2800" b="1" dirty="0">
                <a:solidFill>
                  <a:srgbClr val="000000"/>
                </a:solidFill>
                <a:latin typeface="Arial"/>
              </a:rPr>
              <a:t> 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908" y="420894"/>
            <a:ext cx="5242184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F4E79"/>
                </a:solidFill>
                <a:latin typeface="Arial"/>
              </a:rPr>
              <a:t>AI Placement Prep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79" y="1353605"/>
            <a:ext cx="3823064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000000"/>
                </a:solidFill>
                <a:latin typeface="Arial"/>
              </a:rPr>
              <a:t>Domain of </a:t>
            </a:r>
            <a:endParaRPr lang="en-US" sz="2800" b="1" dirty="0">
              <a:solidFill>
                <a:srgbClr val="000000"/>
              </a:solidFill>
              <a:latin typeface="Arial"/>
            </a:endParaRPr>
          </a:p>
          <a:p>
            <a:r>
              <a:rPr sz="2800" b="1" dirty="0">
                <a:solidFill>
                  <a:srgbClr val="000000"/>
                </a:solidFill>
                <a:latin typeface="Arial"/>
              </a:rPr>
              <a:t>Project</a:t>
            </a:r>
            <a:r>
              <a:rPr lang="en-US" sz="2800" b="1" dirty="0">
                <a:solidFill>
                  <a:srgbClr val="000000"/>
                </a:solidFill>
                <a:latin typeface="Arial"/>
              </a:rPr>
              <a:t>        </a:t>
            </a:r>
            <a:r>
              <a:rPr sz="2800" b="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800" b="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IN" sz="2800" b="1" dirty="0">
                <a:solidFill>
                  <a:srgbClr val="000000"/>
                </a:solidFill>
                <a:latin typeface="Arial"/>
              </a:rPr>
              <a:t>–</a:t>
            </a:r>
            <a:endParaRPr sz="2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74908" y="1784492"/>
            <a:ext cx="623496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F4E79"/>
                </a:solidFill>
                <a:latin typeface="Arial"/>
              </a:rPr>
              <a:t>Education / Career Development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704971"/>
              </p:ext>
            </p:extLst>
          </p:nvPr>
        </p:nvGraphicFramePr>
        <p:xfrm>
          <a:off x="502920" y="2921508"/>
          <a:ext cx="1115568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37259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Student Name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000000"/>
                          </a:solidFill>
                          <a:latin typeface="Arial"/>
                        </a:rPr>
                        <a:t>Recent Passport Photo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Email ID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Mobile number [WhatsApp]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72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Arial"/>
                        </a:rPr>
                        <a:t>Devesh Umesh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Arial"/>
                        </a:rPr>
                        <a:t>Vishwasrao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000000"/>
                          </a:solidFill>
                          <a:latin typeface="Arial"/>
                        </a:rPr>
                        <a:t>vishwasraodevesh20@gmail.com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000000"/>
                          </a:solidFill>
                          <a:latin typeface="Arial"/>
                        </a:rPr>
                        <a:t>9359446185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" name="Picture 6" descr="b71f9f98-eb5b-4d0a-897a-84a0339ed4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704" y="3496433"/>
            <a:ext cx="788877" cy="1051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rial"/>
              </a:rPr>
              <a:t>IBM University Engagement Project  | 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000000"/>
                </a:solidFill>
                <a:latin typeface="Arial"/>
              </a:rPr>
              <a:t>Problem Statement : AI Placement Prep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Arial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7899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Arial"/>
              </a:rPr>
              <a:t>Students often prepare for campus placements using scattered resources and generic study plans. They may not know which technical topics deserve the most attention, which interview questions match a target role, or how to turn their current skills and available preparation time into a focused roadmap.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Arial"/>
              </a:rPr>
              <a:t>The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01568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• Generate a personalized week-by-week placement preparation roadmap.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• Provide role-specific technical and HR mock interview questions.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• Identify skill gaps against recruiter expectations and prioritize topics.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• Provide an exportable preparation plan that can be used offline.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rial"/>
              </a:rPr>
              <a:t>IBM University Engagement Project  | 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Proposed Solution: AI-Powered Placement Prep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Arial"/>
              </a:rPr>
              <a:t>The proposed solution is an AI-powered placement preparation agent that takes a student's profile as input and turns it into an actionable preparation plan. The live website embeds an IBM watsonx Orchestrate agent for interactive conversations and personalized outputs.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468880"/>
          <a:ext cx="10881360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Input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Agent Analysis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Personalized Output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000000"/>
                          </a:solidFill>
                          <a:latin typeface="Arial"/>
                        </a:rPr>
                        <a:t>Branch / year</a:t>
                      </a:r>
                    </a:p>
                    <a:p>
                      <a:pPr algn="ctr"/>
                      <a:r>
                        <a:rPr sz="1400" dirty="0">
                          <a:solidFill>
                            <a:srgbClr val="000000"/>
                          </a:solidFill>
                          <a:latin typeface="Arial"/>
                        </a:rPr>
                        <a:t>Target role</a:t>
                      </a:r>
                    </a:p>
                    <a:p>
                      <a:pPr algn="ctr"/>
                      <a:r>
                        <a:rPr sz="1400" dirty="0">
                          <a:solidFill>
                            <a:srgbClr val="000000"/>
                          </a:solidFill>
                          <a:latin typeface="Arial"/>
                        </a:rPr>
                        <a:t>Skills</a:t>
                      </a:r>
                    </a:p>
                    <a:p>
                      <a:pPr algn="ctr"/>
                      <a:r>
                        <a:rPr sz="1400" dirty="0">
                          <a:solidFill>
                            <a:srgbClr val="000000"/>
                          </a:solidFill>
                          <a:latin typeface="Arial"/>
                        </a:rPr>
                        <a:t>Weak topics</a:t>
                      </a:r>
                    </a:p>
                    <a:p>
                      <a:pPr algn="ctr"/>
                      <a:r>
                        <a:rPr sz="1400" dirty="0">
                          <a:solidFill>
                            <a:srgbClr val="000000"/>
                          </a:solidFill>
                          <a:latin typeface="Arial"/>
                        </a:rPr>
                        <a:t>Preparation time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Arial"/>
                        </a:rPr>
                        <a:t>Processes profile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Arial"/>
                        </a:rPr>
                        <a:t>Maps needs to role expectations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Arial"/>
                        </a:rPr>
                        <a:t>Prioritizes preparation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000000"/>
                          </a:solidFill>
                          <a:latin typeface="Arial"/>
                        </a:rPr>
                        <a:t>Roadmap</a:t>
                      </a:r>
                    </a:p>
                    <a:p>
                      <a:pPr algn="ctr"/>
                      <a:r>
                        <a:rPr sz="1400" dirty="0">
                          <a:solidFill>
                            <a:srgbClr val="000000"/>
                          </a:solidFill>
                          <a:latin typeface="Arial"/>
                        </a:rPr>
                        <a:t>Mock questions</a:t>
                      </a:r>
                    </a:p>
                    <a:p>
                      <a:pPr algn="ctr"/>
                      <a:r>
                        <a:rPr sz="1400" dirty="0">
                          <a:solidFill>
                            <a:srgbClr val="000000"/>
                          </a:solidFill>
                          <a:latin typeface="Arial"/>
                        </a:rPr>
                        <a:t>Skill gaps</a:t>
                      </a:r>
                    </a:p>
                    <a:p>
                      <a:pPr algn="ctr"/>
                      <a:r>
                        <a:rPr sz="1400" dirty="0">
                          <a:solidFill>
                            <a:srgbClr val="000000"/>
                          </a:solidFill>
                          <a:latin typeface="Arial"/>
                        </a:rPr>
                        <a:t>PDF prep plan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617720"/>
            <a:ext cx="3942806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dirty="0">
                <a:solidFill>
                  <a:srgbClr val="1F4E79"/>
                </a:solidFill>
                <a:latin typeface="Arial"/>
              </a:rPr>
              <a:t>Three-step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• Share your profile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• Agent analyses it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• Get your personalized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rial"/>
              </a:rPr>
              <a:t>IBM University Engagement Project  | 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Technology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3375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Arial"/>
              </a:defRPr>
            </a:pPr>
            <a:r>
              <a:rPr b="1" dirty="0"/>
              <a:t>IBM </a:t>
            </a:r>
            <a:r>
              <a:rPr b="1" dirty="0" err="1"/>
              <a:t>watsonx</a:t>
            </a:r>
            <a:r>
              <a:rPr b="1" dirty="0"/>
              <a:t> Orchestrate </a:t>
            </a:r>
            <a:r>
              <a:rPr dirty="0"/>
              <a:t>– powers the embedded AI agent and orchestration workflow.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Arial"/>
              </a:defRPr>
            </a:pPr>
            <a:r>
              <a:rPr b="1" dirty="0"/>
              <a:t>IBM Cloud </a:t>
            </a:r>
            <a:r>
              <a:rPr dirty="0"/>
              <a:t>– deployment environment used by the embedded </a:t>
            </a:r>
            <a:r>
              <a:rPr dirty="0" err="1"/>
              <a:t>watsonx</a:t>
            </a:r>
            <a:r>
              <a:rPr dirty="0"/>
              <a:t> Orchestrate agent.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Arial"/>
              </a:defRPr>
            </a:pPr>
            <a:r>
              <a:rPr b="1" dirty="0"/>
              <a:t>Web application </a:t>
            </a:r>
            <a:r>
              <a:rPr dirty="0"/>
              <a:t>– responsive HTML/CSS/JavaScript interface for the </a:t>
            </a:r>
            <a:r>
              <a:rPr dirty="0" err="1"/>
              <a:t>PlacementPrep</a:t>
            </a:r>
            <a:r>
              <a:rPr dirty="0"/>
              <a:t> AI site.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Arial"/>
              </a:defRPr>
            </a:pPr>
            <a:r>
              <a:rPr b="1" dirty="0"/>
              <a:t>AI Agent embedding </a:t>
            </a:r>
            <a:r>
              <a:rPr dirty="0"/>
              <a:t>– the live agent is integrated into the website as an interactive chat experience.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Arial"/>
              </a:defRPr>
            </a:pPr>
            <a:r>
              <a:rPr b="1" dirty="0"/>
              <a:t>PDF output </a:t>
            </a:r>
            <a:r>
              <a:rPr dirty="0"/>
              <a:t>– the agent can provide a downloadable personalized preparation roadmap.</a:t>
            </a:r>
            <a:endParaRPr lang="en-US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Arial"/>
              </a:defRPr>
            </a:pPr>
            <a:r>
              <a:rPr lang="en-US" b="1" dirty="0"/>
              <a:t>IBM Bob platform </a:t>
            </a:r>
            <a:r>
              <a:rPr lang="en-IN" dirty="0"/>
              <a:t>–</a:t>
            </a:r>
            <a:r>
              <a:rPr lang="en-US" dirty="0"/>
              <a:t> For designing and orchestrating multi-agent workflows visually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rial"/>
              </a:rPr>
              <a:t>IBM University Engagement Project  | 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IBM BOB / Project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5A5A5A"/>
                </a:solidFill>
                <a:latin typeface="Arial"/>
              </a:rPr>
              <a:t>Project interface and live-agent integration</a:t>
            </a:r>
          </a:p>
        </p:txBody>
      </p:sp>
      <p:pic>
        <p:nvPicPr>
          <p:cNvPr id="4" name="Picture 3" descr="Screenshot 2026-08-24 031718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2680" y="2982087"/>
            <a:ext cx="5455920" cy="28643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rial"/>
              </a:rPr>
              <a:t>IBM University Engagement Project  |  Slide 6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8BBE0DD-9815-4593-5A66-5968BE36B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78483"/>
            <a:ext cx="5455921" cy="28643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Role of Agentic AI in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79" y="1005840"/>
            <a:ext cx="726294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1F4E79"/>
                </a:solidFill>
                <a:latin typeface="Arial"/>
              </a:rPr>
              <a:t>Role of Agentic AI in Placement Prep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728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Arial"/>
              </a:rPr>
              <a:t>Agentic AI enables the system to behave as an interactive preparation assistant rather than a static information page. The agent accepts a student's profile, analyzes the stated target role and skill gaps, and returns a focused preparation roadmap.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10515600" cy="196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rPr dirty="0"/>
              <a:t>•</a:t>
            </a:r>
            <a:r>
              <a:rPr b="1" dirty="0"/>
              <a:t> Context-aware</a:t>
            </a:r>
            <a:r>
              <a:rPr dirty="0"/>
              <a:t>: uses the profile details shared by the student.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rPr dirty="0"/>
              <a:t>• </a:t>
            </a:r>
            <a:r>
              <a:rPr b="1" dirty="0"/>
              <a:t>Goal-driven</a:t>
            </a:r>
            <a:r>
              <a:rPr dirty="0"/>
              <a:t>: focuses the response on placement readiness and the target role.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rPr dirty="0"/>
              <a:t>• </a:t>
            </a:r>
            <a:r>
              <a:rPr b="1" dirty="0"/>
              <a:t>Adaptive</a:t>
            </a:r>
            <a:r>
              <a:rPr dirty="0"/>
              <a:t>: can respond to follow-up questions and refine the preparation guidance.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rPr dirty="0"/>
              <a:t>• </a:t>
            </a:r>
            <a:r>
              <a:rPr b="1" dirty="0"/>
              <a:t>Action-oriented</a:t>
            </a:r>
            <a:r>
              <a:rPr dirty="0"/>
              <a:t>: produces concrete topics, interview questions and a structured roadmap.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rPr dirty="0"/>
              <a:t>• </a:t>
            </a:r>
            <a:r>
              <a:rPr b="1" dirty="0"/>
              <a:t>Interactive</a:t>
            </a:r>
            <a:r>
              <a:rPr dirty="0"/>
              <a:t>: available directly inside the project website through the embedded agent.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rial"/>
              </a:rPr>
              <a:t>IBM University Engagement Project  | 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Project Output Screenshot – Profile Intake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A5A5A"/>
                </a:solidFill>
                <a:latin typeface="Arial"/>
              </a:rPr>
              <a:t>Actual agent conversation: the agent asks for profile information needed to personalize the roadmap.</a:t>
            </a:r>
          </a:p>
        </p:txBody>
      </p:sp>
      <p:pic>
        <p:nvPicPr>
          <p:cNvPr id="4" name="Picture 3" descr="Screenshot 2026-08-24 031818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534" y="1417320"/>
            <a:ext cx="9318171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rial"/>
              </a:rPr>
              <a:t>IBM University Engagement Project  | 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Project Output Screenshot – Personalized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A5A5A"/>
                </a:solidFill>
                <a:latin typeface="Arial"/>
              </a:rPr>
              <a:t>Actual agent output showing a personalized placement-prep response.</a:t>
            </a:r>
          </a:p>
        </p:txBody>
      </p:sp>
      <p:pic>
        <p:nvPicPr>
          <p:cNvPr id="4" name="Picture 3" descr="Screenshot 2026-08-24 031855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534" y="1417320"/>
            <a:ext cx="9318171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rial"/>
              </a:rPr>
              <a:t>IBM University Engagement Project  | 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Project Output Screenshot – Priority Topics /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A5A5A"/>
                </a:solidFill>
                <a:latin typeface="Arial"/>
              </a:rPr>
              <a:t>Actual agent output showing prioritized technical topics and placement-preparation guidance.</a:t>
            </a:r>
          </a:p>
        </p:txBody>
      </p:sp>
      <p:pic>
        <p:nvPicPr>
          <p:cNvPr id="4" name="Picture 3" descr="Screenshot 2026-08-24 032103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534" y="1417320"/>
            <a:ext cx="9318171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rial"/>
              </a:rPr>
              <a:t>IBM University Engagement Project  | 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Novelty and Uniqueness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3821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rPr dirty="0"/>
              <a:t>• </a:t>
            </a:r>
            <a:r>
              <a:rPr b="1" dirty="0"/>
              <a:t>Personalization</a:t>
            </a:r>
            <a:r>
              <a:rPr dirty="0"/>
              <a:t> – the preparation plan is based on the student's own branch, target role, skills and available time.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rPr dirty="0"/>
              <a:t>• </a:t>
            </a:r>
            <a:r>
              <a:rPr b="1" dirty="0"/>
              <a:t>Role-specific preparation </a:t>
            </a:r>
            <a:r>
              <a:rPr dirty="0"/>
              <a:t>– technical and HR questions are tailored to the selected target role.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rPr dirty="0"/>
              <a:t>• </a:t>
            </a:r>
            <a:r>
              <a:rPr b="1" dirty="0"/>
              <a:t>Skill-gap focus </a:t>
            </a:r>
            <a:r>
              <a:rPr dirty="0"/>
              <a:t>– the agent highlights the topics that need the most attention.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rPr dirty="0"/>
              <a:t>• </a:t>
            </a:r>
            <a:r>
              <a:rPr b="1" dirty="0"/>
              <a:t>Actionable output </a:t>
            </a:r>
            <a:r>
              <a:rPr dirty="0"/>
              <a:t>– the result is a practical roadmap rather than only general placement advice.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rPr dirty="0"/>
              <a:t>• </a:t>
            </a:r>
            <a:r>
              <a:rPr b="1" dirty="0"/>
              <a:t>Live agent experience </a:t>
            </a:r>
            <a:r>
              <a:rPr dirty="0"/>
              <a:t>– students can interact with the assistant directly on the project website.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rPr dirty="0"/>
              <a:t>• </a:t>
            </a:r>
            <a:r>
              <a:rPr b="1" dirty="0"/>
              <a:t>Exportable preparation plan </a:t>
            </a:r>
            <a:r>
              <a:rPr dirty="0"/>
              <a:t>– the solution supports a downloadable PDF roadmap for offline study.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rial"/>
              </a:rPr>
              <a:t>IBM University Engagement Project  | 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GitHub 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Arial"/>
              </a:rPr>
              <a:t>Public GitHub repository link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solidFill>
            <a:srgbClr val="D9EAF7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IN" b="1" dirty="0">
                <a:solidFill>
                  <a:srgbClr val="1F4E79"/>
                </a:solidFill>
                <a:latin typeface="Arial"/>
              </a:rPr>
              <a:t>https://github.com/Devesh-Vishwasrao-20/ai-placement-prep-agent</a:t>
            </a:r>
            <a:endParaRPr sz="1800" b="1" dirty="0">
              <a:solidFill>
                <a:srgbClr val="1F4E79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rial"/>
              </a:rPr>
              <a:t>IBM University Engagement Project  | 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0424160" cy="914400"/>
          </a:xfrm>
          <a:prstGeom prst="rect">
            <a:avLst/>
          </a:prstGeom>
          <a:solidFill>
            <a:srgbClr val="D9EAF7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Resume-Based Personalization</a:t>
            </a:r>
            <a:br>
              <a:rPr lang="en-IN" sz="2000" dirty="0">
                <a:solidFill>
                  <a:schemeClr val="tx1"/>
                </a:solidFill>
              </a:rPr>
            </a:br>
            <a:r>
              <a:rPr lang="en-IN" sz="2000" dirty="0">
                <a:solidFill>
                  <a:schemeClr val="tx1"/>
                </a:solidFill>
              </a:rPr>
              <a:t>Integrate resume/CV analysis to automatically identify skills, projects, and areas for improvement.</a:t>
            </a:r>
            <a:endParaRPr sz="2000" b="1" dirty="0"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2560320"/>
            <a:ext cx="10424160" cy="914400"/>
          </a:xfrm>
          <a:prstGeom prst="rect">
            <a:avLst/>
          </a:prstGeom>
          <a:solidFill>
            <a:srgbClr val="D9EAF7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Real-Time Job Matching</a:t>
            </a:r>
            <a:br>
              <a:rPr lang="en-IN" sz="2800" dirty="0">
                <a:solidFill>
                  <a:schemeClr val="tx1"/>
                </a:solidFill>
              </a:rPr>
            </a:br>
            <a:r>
              <a:rPr lang="en-IN" sz="2000" dirty="0">
                <a:solidFill>
                  <a:schemeClr val="tx1"/>
                </a:solidFill>
              </a:rPr>
              <a:t>Connect the agent with job and placement opportunities to recommend suitable roles based on the student's profile.</a:t>
            </a:r>
            <a:endParaRPr sz="2000" b="1" dirty="0"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22960" y="3794760"/>
            <a:ext cx="10424160" cy="914400"/>
          </a:xfrm>
          <a:prstGeom prst="rect">
            <a:avLst/>
          </a:prstGeom>
          <a:solidFill>
            <a:srgbClr val="D9EAF7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Adaptive Learning &amp; Progress Tracking</a:t>
            </a:r>
            <a:br>
              <a:rPr lang="en-IN" sz="2000" dirty="0">
                <a:solidFill>
                  <a:schemeClr val="tx1"/>
                </a:solidFill>
              </a:rPr>
            </a:br>
            <a:r>
              <a:rPr lang="en-IN" sz="2000" dirty="0">
                <a:solidFill>
                  <a:schemeClr val="tx1"/>
                </a:solidFill>
              </a:rPr>
              <a:t>Track preparation progress and dynamically update the roadmap based on performance in quizzes and mock interviews</a:t>
            </a:r>
            <a:endParaRPr sz="2000" b="1" dirty="0">
              <a:solidFill>
                <a:schemeClr val="tx1"/>
              </a:solidFill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3846" y="5029199"/>
            <a:ext cx="10424160" cy="914399"/>
          </a:xfrm>
          <a:prstGeom prst="rect">
            <a:avLst/>
          </a:prstGeom>
          <a:solidFill>
            <a:srgbClr val="D9EAF7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Advanced Mock Interview System</a:t>
            </a:r>
            <a:br>
              <a:rPr lang="en-IN" sz="2000" dirty="0">
                <a:solidFill>
                  <a:schemeClr val="tx1"/>
                </a:solidFill>
              </a:rPr>
            </a:br>
            <a:r>
              <a:rPr lang="en-IN" sz="2000" dirty="0">
                <a:solidFill>
                  <a:schemeClr val="tx1"/>
                </a:solidFill>
              </a:rPr>
              <a:t>Add voice-based mock interviews with AI evaluation of technical answers, communication, confidence, and response quality.</a:t>
            </a:r>
            <a:endParaRPr sz="2000" b="1" dirty="0"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rial"/>
              </a:rPr>
              <a:t>IBM University Engagement Project  | 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Certificates 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rial"/>
              </a:rPr>
              <a:t>IBM University Engagement Project  |  Slide 14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1245A6-4801-B418-5989-FE5D427A0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81" y="1533894"/>
            <a:ext cx="5320937" cy="337829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AC54D4B-452E-13E8-392F-3CFCB945E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5486" y="1668138"/>
            <a:ext cx="5019633" cy="310980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Certificates Earned / Additional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rial"/>
              </a:rPr>
              <a:t>IBM University Engagement Project  |  Slide 15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A20C3A-D088-8BF3-D62D-80397312B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252" y="1133368"/>
            <a:ext cx="7563016" cy="48555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875</Words>
  <Application>Microsoft Office PowerPoint</Application>
  <PresentationFormat>Widescreen</PresentationFormat>
  <Paragraphs>104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Devesh Vishwasrao</cp:lastModifiedBy>
  <cp:revision>1</cp:revision>
  <dcterms:created xsi:type="dcterms:W3CDTF">2013-01-27T09:14:16Z</dcterms:created>
  <dcterms:modified xsi:type="dcterms:W3CDTF">2026-08-24T06:39:29Z</dcterms:modified>
  <cp:category/>
</cp:coreProperties>
</file>